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3" r:id="rId5"/>
    <p:sldId id="261" r:id="rId6"/>
    <p:sldId id="262" r:id="rId7"/>
    <p:sldId id="264"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303103-D467-4E67-931E-4FB15ED10B00}" v="24" dt="2025-12-18T09:15:29.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ana Mudhiraj" userId="da6f7b968505d259" providerId="LiveId" clId="{329A6F35-B3EF-44AC-838F-E846F33300C8}"/>
    <pc:docChg chg="custSel addSld delSld modSld">
      <pc:chgData name="Rachana Mudhiraj" userId="da6f7b968505d259" providerId="LiveId" clId="{329A6F35-B3EF-44AC-838F-E846F33300C8}" dt="2025-12-18T09:15:29.456" v="197" actId="14100"/>
      <pc:docMkLst>
        <pc:docMk/>
      </pc:docMkLst>
      <pc:sldChg chg="addSp modSp mod">
        <pc:chgData name="Rachana Mudhiraj" userId="da6f7b968505d259" providerId="LiveId" clId="{329A6F35-B3EF-44AC-838F-E846F33300C8}" dt="2025-12-18T09:15:29.456" v="197" actId="14100"/>
        <pc:sldMkLst>
          <pc:docMk/>
          <pc:sldMk cId="3857594675" sldId="256"/>
        </pc:sldMkLst>
        <pc:spChg chg="mod">
          <ac:chgData name="Rachana Mudhiraj" userId="da6f7b968505d259" providerId="LiveId" clId="{329A6F35-B3EF-44AC-838F-E846F33300C8}" dt="2025-12-18T09:14:01.788" v="188" actId="1076"/>
          <ac:spMkLst>
            <pc:docMk/>
            <pc:sldMk cId="3857594675" sldId="256"/>
            <ac:spMk id="2" creationId="{0D224231-CCAC-E39F-F60B-2C4757509277}"/>
          </ac:spMkLst>
        </pc:spChg>
        <pc:picChg chg="add mod">
          <ac:chgData name="Rachana Mudhiraj" userId="da6f7b968505d259" providerId="LiveId" clId="{329A6F35-B3EF-44AC-838F-E846F33300C8}" dt="2025-12-18T09:15:29.456" v="197" actId="14100"/>
          <ac:picMkLst>
            <pc:docMk/>
            <pc:sldMk cId="3857594675" sldId="256"/>
            <ac:picMk id="3074" creationId="{619A4EFF-DFFA-FBB1-6F5C-1B250493F436}"/>
          </ac:picMkLst>
        </pc:picChg>
      </pc:sldChg>
      <pc:sldChg chg="modSp mod">
        <pc:chgData name="Rachana Mudhiraj" userId="da6f7b968505d259" providerId="LiveId" clId="{329A6F35-B3EF-44AC-838F-E846F33300C8}" dt="2025-12-18T08:57:32.595" v="76" actId="123"/>
        <pc:sldMkLst>
          <pc:docMk/>
          <pc:sldMk cId="1686224845" sldId="258"/>
        </pc:sldMkLst>
        <pc:spChg chg="mod">
          <ac:chgData name="Rachana Mudhiraj" userId="da6f7b968505d259" providerId="LiveId" clId="{329A6F35-B3EF-44AC-838F-E846F33300C8}" dt="2025-12-18T08:53:08.451" v="11" actId="113"/>
          <ac:spMkLst>
            <pc:docMk/>
            <pc:sldMk cId="1686224845" sldId="258"/>
            <ac:spMk id="2" creationId="{29D869FA-8762-2806-F567-99DF228313CD}"/>
          </ac:spMkLst>
        </pc:spChg>
        <pc:spChg chg="mod">
          <ac:chgData name="Rachana Mudhiraj" userId="da6f7b968505d259" providerId="LiveId" clId="{329A6F35-B3EF-44AC-838F-E846F33300C8}" dt="2025-12-18T08:57:32.595" v="76" actId="123"/>
          <ac:spMkLst>
            <pc:docMk/>
            <pc:sldMk cId="1686224845" sldId="258"/>
            <ac:spMk id="4" creationId="{8EE660B0-5E37-9A0E-4C1E-F35B28015FDB}"/>
          </ac:spMkLst>
        </pc:spChg>
      </pc:sldChg>
      <pc:sldChg chg="modSp new del mod">
        <pc:chgData name="Rachana Mudhiraj" userId="da6f7b968505d259" providerId="LiveId" clId="{329A6F35-B3EF-44AC-838F-E846F33300C8}" dt="2025-12-18T08:55:17.555" v="50" actId="47"/>
        <pc:sldMkLst>
          <pc:docMk/>
          <pc:sldMk cId="397269443" sldId="259"/>
        </pc:sldMkLst>
        <pc:spChg chg="mod">
          <ac:chgData name="Rachana Mudhiraj" userId="da6f7b968505d259" providerId="LiveId" clId="{329A6F35-B3EF-44AC-838F-E846F33300C8}" dt="2025-12-18T08:55:13.790" v="49" actId="20577"/>
          <ac:spMkLst>
            <pc:docMk/>
            <pc:sldMk cId="397269443" sldId="259"/>
            <ac:spMk id="2" creationId="{92644737-8F7C-A65C-AD5C-CA6E01B43A16}"/>
          </ac:spMkLst>
        </pc:spChg>
      </pc:sldChg>
      <pc:sldChg chg="modSp new mod">
        <pc:chgData name="Rachana Mudhiraj" userId="da6f7b968505d259" providerId="LiveId" clId="{329A6F35-B3EF-44AC-838F-E846F33300C8}" dt="2025-12-18T08:58:02.477" v="77" actId="123"/>
        <pc:sldMkLst>
          <pc:docMk/>
          <pc:sldMk cId="2633845203" sldId="260"/>
        </pc:sldMkLst>
        <pc:spChg chg="mod">
          <ac:chgData name="Rachana Mudhiraj" userId="da6f7b968505d259" providerId="LiveId" clId="{329A6F35-B3EF-44AC-838F-E846F33300C8}" dt="2025-12-18T08:55:20.566" v="51"/>
          <ac:spMkLst>
            <pc:docMk/>
            <pc:sldMk cId="2633845203" sldId="260"/>
            <ac:spMk id="2" creationId="{93E38181-5AAE-B646-DA9E-2D22E9CA2905}"/>
          </ac:spMkLst>
        </pc:spChg>
        <pc:spChg chg="mod">
          <ac:chgData name="Rachana Mudhiraj" userId="da6f7b968505d259" providerId="LiveId" clId="{329A6F35-B3EF-44AC-838F-E846F33300C8}" dt="2025-12-18T08:58:02.477" v="77" actId="123"/>
          <ac:spMkLst>
            <pc:docMk/>
            <pc:sldMk cId="2633845203" sldId="260"/>
            <ac:spMk id="3" creationId="{AA3CE869-9395-6691-CAF2-C23E0F4EB04A}"/>
          </ac:spMkLst>
        </pc:spChg>
      </pc:sldChg>
      <pc:sldChg chg="addSp delSp modSp new mod">
        <pc:chgData name="Rachana Mudhiraj" userId="da6f7b968505d259" providerId="LiveId" clId="{329A6F35-B3EF-44AC-838F-E846F33300C8}" dt="2025-12-18T09:06:01.200" v="115" actId="1076"/>
        <pc:sldMkLst>
          <pc:docMk/>
          <pc:sldMk cId="3305655162" sldId="261"/>
        </pc:sldMkLst>
        <pc:spChg chg="del">
          <ac:chgData name="Rachana Mudhiraj" userId="da6f7b968505d259" providerId="LiveId" clId="{329A6F35-B3EF-44AC-838F-E846F33300C8}" dt="2025-12-18T09:00:27.061" v="79" actId="478"/>
          <ac:spMkLst>
            <pc:docMk/>
            <pc:sldMk cId="3305655162" sldId="261"/>
            <ac:spMk id="2" creationId="{B8A0BDE9-6CB9-274E-AB93-B10636D87325}"/>
          </ac:spMkLst>
        </pc:spChg>
        <pc:spChg chg="del mod">
          <ac:chgData name="Rachana Mudhiraj" userId="da6f7b968505d259" providerId="LiveId" clId="{329A6F35-B3EF-44AC-838F-E846F33300C8}" dt="2025-12-18T09:00:42.207" v="81" actId="931"/>
          <ac:spMkLst>
            <pc:docMk/>
            <pc:sldMk cId="3305655162" sldId="261"/>
            <ac:spMk id="3" creationId="{DB8373AB-0D53-D599-C9C8-061D6044072C}"/>
          </ac:spMkLst>
        </pc:spChg>
        <pc:picChg chg="add mod">
          <ac:chgData name="Rachana Mudhiraj" userId="da6f7b968505d259" providerId="LiveId" clId="{329A6F35-B3EF-44AC-838F-E846F33300C8}" dt="2025-12-18T09:06:01.200" v="115" actId="1076"/>
          <ac:picMkLst>
            <pc:docMk/>
            <pc:sldMk cId="3305655162" sldId="261"/>
            <ac:picMk id="5" creationId="{F765C7AA-1205-7851-DD50-A53EEA0225F7}"/>
          </ac:picMkLst>
        </pc:picChg>
      </pc:sldChg>
      <pc:sldChg chg="addSp modSp new mod">
        <pc:chgData name="Rachana Mudhiraj" userId="da6f7b968505d259" providerId="LiveId" clId="{329A6F35-B3EF-44AC-838F-E846F33300C8}" dt="2025-12-18T09:06:15.457" v="117" actId="1076"/>
        <pc:sldMkLst>
          <pc:docMk/>
          <pc:sldMk cId="3480883664" sldId="262"/>
        </pc:sldMkLst>
        <pc:picChg chg="add mod">
          <ac:chgData name="Rachana Mudhiraj" userId="da6f7b968505d259" providerId="LiveId" clId="{329A6F35-B3EF-44AC-838F-E846F33300C8}" dt="2025-12-18T09:06:15.457" v="117" actId="1076"/>
          <ac:picMkLst>
            <pc:docMk/>
            <pc:sldMk cId="3480883664" sldId="262"/>
            <ac:picMk id="3" creationId="{77CABE03-A7AE-D728-5241-D1E69876A9C3}"/>
          </ac:picMkLst>
        </pc:picChg>
      </pc:sldChg>
      <pc:sldChg chg="addSp modSp new mod">
        <pc:chgData name="Rachana Mudhiraj" userId="da6f7b968505d259" providerId="LiveId" clId="{329A6F35-B3EF-44AC-838F-E846F33300C8}" dt="2025-12-18T09:05:51.360" v="113" actId="1076"/>
        <pc:sldMkLst>
          <pc:docMk/>
          <pc:sldMk cId="810168830" sldId="263"/>
        </pc:sldMkLst>
        <pc:picChg chg="add mod">
          <ac:chgData name="Rachana Mudhiraj" userId="da6f7b968505d259" providerId="LiveId" clId="{329A6F35-B3EF-44AC-838F-E846F33300C8}" dt="2025-12-18T09:05:51.360" v="113" actId="1076"/>
          <ac:picMkLst>
            <pc:docMk/>
            <pc:sldMk cId="810168830" sldId="263"/>
            <ac:picMk id="3" creationId="{ACBD188A-C8F6-E271-0688-B8D95515DAB4}"/>
          </ac:picMkLst>
        </pc:picChg>
      </pc:sldChg>
      <pc:sldChg chg="addSp modSp new mod">
        <pc:chgData name="Rachana Mudhiraj" userId="da6f7b968505d259" providerId="LiveId" clId="{329A6F35-B3EF-44AC-838F-E846F33300C8}" dt="2025-12-18T09:06:35.128" v="120" actId="14100"/>
        <pc:sldMkLst>
          <pc:docMk/>
          <pc:sldMk cId="2552318415" sldId="264"/>
        </pc:sldMkLst>
        <pc:picChg chg="add mod">
          <ac:chgData name="Rachana Mudhiraj" userId="da6f7b968505d259" providerId="LiveId" clId="{329A6F35-B3EF-44AC-838F-E846F33300C8}" dt="2025-12-18T09:06:35.128" v="120" actId="14100"/>
          <ac:picMkLst>
            <pc:docMk/>
            <pc:sldMk cId="2552318415" sldId="264"/>
            <ac:picMk id="3" creationId="{86173444-45B7-3460-80F5-4FB9B8101088}"/>
          </ac:picMkLst>
        </pc:picChg>
      </pc:sldChg>
      <pc:sldChg chg="new del">
        <pc:chgData name="Rachana Mudhiraj" userId="da6f7b968505d259" providerId="LiveId" clId="{329A6F35-B3EF-44AC-838F-E846F33300C8}" dt="2025-12-18T09:07:13.559" v="123" actId="47"/>
        <pc:sldMkLst>
          <pc:docMk/>
          <pc:sldMk cId="902522239" sldId="265"/>
        </pc:sldMkLst>
      </pc:sldChg>
      <pc:sldChg chg="addSp delSp modSp new mod">
        <pc:chgData name="Rachana Mudhiraj" userId="da6f7b968505d259" providerId="LiveId" clId="{329A6F35-B3EF-44AC-838F-E846F33300C8}" dt="2025-12-18T09:09:43.389" v="152" actId="1076"/>
        <pc:sldMkLst>
          <pc:docMk/>
          <pc:sldMk cId="1700341507" sldId="265"/>
        </pc:sldMkLst>
        <pc:spChg chg="mod">
          <ac:chgData name="Rachana Mudhiraj" userId="da6f7b968505d259" providerId="LiveId" clId="{329A6F35-B3EF-44AC-838F-E846F33300C8}" dt="2025-12-18T09:07:38.019" v="144" actId="113"/>
          <ac:spMkLst>
            <pc:docMk/>
            <pc:sldMk cId="1700341507" sldId="265"/>
            <ac:spMk id="2" creationId="{FFBC08F2-5640-B063-9D74-E694962C683B}"/>
          </ac:spMkLst>
        </pc:spChg>
        <pc:spChg chg="del">
          <ac:chgData name="Rachana Mudhiraj" userId="da6f7b968505d259" providerId="LiveId" clId="{329A6F35-B3EF-44AC-838F-E846F33300C8}" dt="2025-12-18T09:08:41.075" v="145"/>
          <ac:spMkLst>
            <pc:docMk/>
            <pc:sldMk cId="1700341507" sldId="265"/>
            <ac:spMk id="3" creationId="{53427DB7-25A7-DAA2-6927-D5D9516E74E1}"/>
          </ac:spMkLst>
        </pc:spChg>
        <pc:spChg chg="add mod">
          <ac:chgData name="Rachana Mudhiraj" userId="da6f7b968505d259" providerId="LiveId" clId="{329A6F35-B3EF-44AC-838F-E846F33300C8}" dt="2025-12-18T09:09:43.389" v="152" actId="1076"/>
          <ac:spMkLst>
            <pc:docMk/>
            <pc:sldMk cId="1700341507" sldId="265"/>
            <ac:spMk id="4" creationId="{73E3A8D3-1EE0-88C1-3B9A-751D6DB3E141}"/>
          </ac:spMkLst>
        </pc:spChg>
      </pc:sldChg>
      <pc:sldChg chg="addSp delSp modSp new mod">
        <pc:chgData name="Rachana Mudhiraj" userId="da6f7b968505d259" providerId="LiveId" clId="{329A6F35-B3EF-44AC-838F-E846F33300C8}" dt="2025-12-18T09:13:02.223" v="180" actId="113"/>
        <pc:sldMkLst>
          <pc:docMk/>
          <pc:sldMk cId="2492713662" sldId="266"/>
        </pc:sldMkLst>
        <pc:spChg chg="del">
          <ac:chgData name="Rachana Mudhiraj" userId="da6f7b968505d259" providerId="LiveId" clId="{329A6F35-B3EF-44AC-838F-E846F33300C8}" dt="2025-12-18T09:09:54.605" v="154" actId="478"/>
          <ac:spMkLst>
            <pc:docMk/>
            <pc:sldMk cId="2492713662" sldId="266"/>
            <ac:spMk id="2" creationId="{BC9E02A2-D779-4524-1BFB-4E6F510EE3BB}"/>
          </ac:spMkLst>
        </pc:spChg>
        <pc:spChg chg="del mod">
          <ac:chgData name="Rachana Mudhiraj" userId="da6f7b968505d259" providerId="LiveId" clId="{329A6F35-B3EF-44AC-838F-E846F33300C8}" dt="2025-12-18T09:11:01.992" v="158"/>
          <ac:spMkLst>
            <pc:docMk/>
            <pc:sldMk cId="2492713662" sldId="266"/>
            <ac:spMk id="3" creationId="{B36C4006-F905-74C3-A71A-F94B1DBA2019}"/>
          </ac:spMkLst>
        </pc:spChg>
        <pc:spChg chg="add del mod">
          <ac:chgData name="Rachana Mudhiraj" userId="da6f7b968505d259" providerId="LiveId" clId="{329A6F35-B3EF-44AC-838F-E846F33300C8}" dt="2025-12-18T09:12:04.168" v="162"/>
          <ac:spMkLst>
            <pc:docMk/>
            <pc:sldMk cId="2492713662" sldId="266"/>
            <ac:spMk id="4" creationId="{B8213D06-985E-4D1F-5AE8-3C4A9250973A}"/>
          </ac:spMkLst>
        </pc:spChg>
        <pc:spChg chg="add mod">
          <ac:chgData name="Rachana Mudhiraj" userId="da6f7b968505d259" providerId="LiveId" clId="{329A6F35-B3EF-44AC-838F-E846F33300C8}" dt="2025-12-18T09:13:02.223" v="180" actId="113"/>
          <ac:spMkLst>
            <pc:docMk/>
            <pc:sldMk cId="2492713662" sldId="266"/>
            <ac:spMk id="5" creationId="{9F1C9949-4C6E-09C0-A9F6-7428AF743A63}"/>
          </ac:spMkLst>
        </pc:spChg>
        <pc:picChg chg="add del mod">
          <ac:chgData name="Rachana Mudhiraj" userId="da6f7b968505d259" providerId="LiveId" clId="{329A6F35-B3EF-44AC-838F-E846F33300C8}" dt="2025-12-18T09:11:12.995" v="161" actId="478"/>
          <ac:picMkLst>
            <pc:docMk/>
            <pc:sldMk cId="2492713662" sldId="266"/>
            <ac:picMk id="2050" creationId="{698667EC-396C-4D3D-6CFE-E09D3FD5FA44}"/>
          </ac:picMkLst>
        </pc:picChg>
        <pc:picChg chg="add del mod">
          <ac:chgData name="Rachana Mudhiraj" userId="da6f7b968505d259" providerId="LiveId" clId="{329A6F35-B3EF-44AC-838F-E846F33300C8}" dt="2025-12-18T09:12:06.237" v="163" actId="478"/>
          <ac:picMkLst>
            <pc:docMk/>
            <pc:sldMk cId="2492713662" sldId="266"/>
            <ac:picMk id="2052" creationId="{E40712B5-C807-DDED-D4E3-868708CA156E}"/>
          </ac:picMkLst>
        </pc:picChg>
      </pc:sldChg>
      <pc:sldChg chg="new del">
        <pc:chgData name="Rachana Mudhiraj" userId="da6f7b968505d259" providerId="LiveId" clId="{329A6F35-B3EF-44AC-838F-E846F33300C8}" dt="2025-12-18T09:07:15.456" v="124" actId="47"/>
        <pc:sldMkLst>
          <pc:docMk/>
          <pc:sldMk cId="3992823809" sldId="26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3FDBB-4C90-1E43-A4F8-A674A0A546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5D4081-283D-2020-8176-2082F54F00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5E7491-91C6-B587-9973-E9FB02FB3A97}"/>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5" name="Footer Placeholder 4">
            <a:extLst>
              <a:ext uri="{FF2B5EF4-FFF2-40B4-BE49-F238E27FC236}">
                <a16:creationId xmlns:a16="http://schemas.microsoft.com/office/drawing/2014/main" id="{2AE5CEC9-72F4-66C6-1371-DD50B7DB11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187C33-1126-1FBC-3D99-933BCE4D645C}"/>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251422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92C3A-E752-A178-BFB8-9583F7D53D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BB61B2-0302-3BE3-DD41-F8959E7358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A25DA-D554-BCC8-216D-BE067E8897CC}"/>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5" name="Footer Placeholder 4">
            <a:extLst>
              <a:ext uri="{FF2B5EF4-FFF2-40B4-BE49-F238E27FC236}">
                <a16:creationId xmlns:a16="http://schemas.microsoft.com/office/drawing/2014/main" id="{7A3A6381-A1EA-7419-D7BE-1EB7C49F92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ED0A05-8B22-C295-1CF6-48D807423C2F}"/>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2912496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14E6-B012-EA1F-CBA9-B2C2DD9806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F3DBB7E-5107-926D-9405-0DCAE9769E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47601F-AF09-7D85-67E4-4F991D144302}"/>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5" name="Footer Placeholder 4">
            <a:extLst>
              <a:ext uri="{FF2B5EF4-FFF2-40B4-BE49-F238E27FC236}">
                <a16:creationId xmlns:a16="http://schemas.microsoft.com/office/drawing/2014/main" id="{C223EF6F-DC29-C116-1B8A-7229ADFCC0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1B63F8-4EDC-C639-7862-88875ED3C507}"/>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4117213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DEB7A-25F3-E0EF-30CB-B3931C1802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33E66E-88C5-3626-8623-57BBF65CE3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81B072-FD90-9A3B-4A4D-C06705DA2C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C50099-E615-8D98-7D9F-A17E762C2BFD}"/>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6" name="Footer Placeholder 5">
            <a:extLst>
              <a:ext uri="{FF2B5EF4-FFF2-40B4-BE49-F238E27FC236}">
                <a16:creationId xmlns:a16="http://schemas.microsoft.com/office/drawing/2014/main" id="{C5FDE291-5F68-4BC8-FF74-82B7111021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DE2A03-9FB3-A545-0A9B-A0D81C705359}"/>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2743048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94E34-C18F-3704-5D82-D5D2D38C20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F0DDD6-7C35-0949-C4E1-9E240E8139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392103-0E0E-330C-5F97-D098906043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DF4E5D-ED6D-10C2-1261-00578A66D8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D4319E-2E3D-59EF-D132-8A05416360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E904D4-E675-BFAF-4946-04F6E1AA4D43}"/>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8" name="Footer Placeholder 7">
            <a:extLst>
              <a:ext uri="{FF2B5EF4-FFF2-40B4-BE49-F238E27FC236}">
                <a16:creationId xmlns:a16="http://schemas.microsoft.com/office/drawing/2014/main" id="{49678F1A-9920-1AE8-6458-18FD3E2AA85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5646A4C-F59B-D4C8-92EC-6E602035EA95}"/>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2091652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6183-DD05-D12F-748D-FF8EB24E37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E306E6-40FE-7385-C7E4-855ACC25C38F}"/>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4" name="Footer Placeholder 3">
            <a:extLst>
              <a:ext uri="{FF2B5EF4-FFF2-40B4-BE49-F238E27FC236}">
                <a16:creationId xmlns:a16="http://schemas.microsoft.com/office/drawing/2014/main" id="{8FE67648-3DEF-0E21-A7C1-E61C547F83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DC92A8-FBC5-33C5-E144-58BB599D5C05}"/>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4003660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B90D39-5861-C718-7EDB-E342435DC3CA}"/>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3" name="Footer Placeholder 2">
            <a:extLst>
              <a:ext uri="{FF2B5EF4-FFF2-40B4-BE49-F238E27FC236}">
                <a16:creationId xmlns:a16="http://schemas.microsoft.com/office/drawing/2014/main" id="{12A8DFC7-47EA-BD36-D96B-499FBA2A4F8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7C0175-7F4E-93E0-F338-9B2606CA72B1}"/>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20568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9B978-C562-0168-D9BB-5702529388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03E3D0-B560-D40E-17E9-858ACE586E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662EB2-C617-B5FE-5C2A-55A19E7C4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C61D46-038F-34B2-4E3F-FBB50C2ECE8E}"/>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6" name="Footer Placeholder 5">
            <a:extLst>
              <a:ext uri="{FF2B5EF4-FFF2-40B4-BE49-F238E27FC236}">
                <a16:creationId xmlns:a16="http://schemas.microsoft.com/office/drawing/2014/main" id="{3814BBE9-D1A7-05A6-365C-B80FA595A3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B9E2EF-6ADF-197A-F86E-9B039D1A7B61}"/>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2109051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467B6-88D4-866E-DF99-146D67C6B0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B08193-4D1A-69FF-6569-6FA92DDD3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E2F4CC2-E58A-A7D8-6D1B-E1549EC43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47FEA1-E4C6-B5AC-2765-45FADCBCFDA8}"/>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6" name="Footer Placeholder 5">
            <a:extLst>
              <a:ext uri="{FF2B5EF4-FFF2-40B4-BE49-F238E27FC236}">
                <a16:creationId xmlns:a16="http://schemas.microsoft.com/office/drawing/2014/main" id="{0277ECE6-4111-310D-4EA6-42C4D08C65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ACD075-90DA-3AA9-B603-94C0E1117A24}"/>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379490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BD570-6A1F-EC18-08A1-2611F513EB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6165F4-6C23-4B47-41CF-4C4A780FCE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50FB3A-8DC4-B46C-CE6E-916D8A29CE85}"/>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5" name="Footer Placeholder 4">
            <a:extLst>
              <a:ext uri="{FF2B5EF4-FFF2-40B4-BE49-F238E27FC236}">
                <a16:creationId xmlns:a16="http://schemas.microsoft.com/office/drawing/2014/main" id="{37E1AD70-3D8E-825D-9B7F-1FE337C8CC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358E89-ADD2-D433-0B66-86BC4D199AC3}"/>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1475962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1AD642-A596-A9B5-65DD-E2EEDD8376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925465-8EF7-1595-9D4F-48FE1F17B8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20267D-0A4B-6288-0083-E5AB43DDCA1D}"/>
              </a:ext>
            </a:extLst>
          </p:cNvPr>
          <p:cNvSpPr>
            <a:spLocks noGrp="1"/>
          </p:cNvSpPr>
          <p:nvPr>
            <p:ph type="dt" sz="half" idx="10"/>
          </p:nvPr>
        </p:nvSpPr>
        <p:spPr/>
        <p:txBody>
          <a:bodyPr/>
          <a:lstStyle/>
          <a:p>
            <a:fld id="{1AF53EA6-53F9-47BE-93A9-14410CB718E4}" type="datetimeFigureOut">
              <a:rPr lang="en-IN" smtClean="0"/>
              <a:t>18-12-2025</a:t>
            </a:fld>
            <a:endParaRPr lang="en-IN"/>
          </a:p>
        </p:txBody>
      </p:sp>
      <p:sp>
        <p:nvSpPr>
          <p:cNvPr id="5" name="Footer Placeholder 4">
            <a:extLst>
              <a:ext uri="{FF2B5EF4-FFF2-40B4-BE49-F238E27FC236}">
                <a16:creationId xmlns:a16="http://schemas.microsoft.com/office/drawing/2014/main" id="{C7DC41DE-74DD-3E2A-4124-5438139141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263799-D964-0A96-6BF5-2C9BC9A4BB96}"/>
              </a:ext>
            </a:extLst>
          </p:cNvPr>
          <p:cNvSpPr>
            <a:spLocks noGrp="1"/>
          </p:cNvSpPr>
          <p:nvPr>
            <p:ph type="sldNum" sz="quarter" idx="12"/>
          </p:nvPr>
        </p:nvSpPr>
        <p:spPr/>
        <p:txBody>
          <a:bodyPr/>
          <a:lstStyle/>
          <a:p>
            <a:fld id="{949A5AE9-900A-4201-A136-45E902313FED}" type="slidenum">
              <a:rPr lang="en-IN" smtClean="0"/>
              <a:t>‹#›</a:t>
            </a:fld>
            <a:endParaRPr lang="en-IN"/>
          </a:p>
        </p:txBody>
      </p:sp>
    </p:spTree>
    <p:extLst>
      <p:ext uri="{BB962C8B-B14F-4D97-AF65-F5344CB8AC3E}">
        <p14:creationId xmlns:p14="http://schemas.microsoft.com/office/powerpoint/2010/main" val="256736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D38889-EE64-B600-352E-B1554E43F3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3EEBAC-F6FA-275E-A475-5080D58BE3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4A720A-F821-97CC-72B0-07F0734BDC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F53EA6-53F9-47BE-93A9-14410CB718E4}" type="datetimeFigureOut">
              <a:rPr lang="en-IN" smtClean="0"/>
              <a:t>18-12-2025</a:t>
            </a:fld>
            <a:endParaRPr lang="en-IN"/>
          </a:p>
        </p:txBody>
      </p:sp>
      <p:sp>
        <p:nvSpPr>
          <p:cNvPr id="5" name="Footer Placeholder 4">
            <a:extLst>
              <a:ext uri="{FF2B5EF4-FFF2-40B4-BE49-F238E27FC236}">
                <a16:creationId xmlns:a16="http://schemas.microsoft.com/office/drawing/2014/main" id="{096B16E3-9958-BEAC-1BBD-534BACA69B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D31CE7-D1A4-1743-7FBC-6987A0D368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A5AE9-900A-4201-A136-45E902313FED}" type="slidenum">
              <a:rPr lang="en-IN" smtClean="0"/>
              <a:t>‹#›</a:t>
            </a:fld>
            <a:endParaRPr lang="en-IN"/>
          </a:p>
        </p:txBody>
      </p:sp>
    </p:spTree>
    <p:extLst>
      <p:ext uri="{BB962C8B-B14F-4D97-AF65-F5344CB8AC3E}">
        <p14:creationId xmlns:p14="http://schemas.microsoft.com/office/powerpoint/2010/main" val="1870902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24231-CCAC-E39F-F60B-2C4757509277}"/>
              </a:ext>
            </a:extLst>
          </p:cNvPr>
          <p:cNvSpPr>
            <a:spLocks noGrp="1"/>
          </p:cNvSpPr>
          <p:nvPr>
            <p:ph type="ctrTitle"/>
          </p:nvPr>
        </p:nvSpPr>
        <p:spPr>
          <a:xfrm>
            <a:off x="2615381" y="2556386"/>
            <a:ext cx="7138220" cy="1317523"/>
          </a:xfrm>
        </p:spPr>
        <p:txBody>
          <a:bodyPr>
            <a:normAutofit fontScale="90000"/>
          </a:bodyPr>
          <a:lstStyle/>
          <a:p>
            <a:r>
              <a:rPr lang="en-US" b="1" dirty="0">
                <a:latin typeface="Times New Roman" panose="02020603050405020304" pitchFamily="18" charset="0"/>
                <a:cs typeface="Times New Roman" panose="02020603050405020304" pitchFamily="18" charset="0"/>
              </a:rPr>
              <a:t>LOST AND FOUND HUB</a:t>
            </a:r>
            <a:endParaRPr lang="en-IN" b="1" dirty="0">
              <a:latin typeface="Times New Roman" panose="02020603050405020304" pitchFamily="18" charset="0"/>
              <a:cs typeface="Times New Roman" panose="02020603050405020304" pitchFamily="18" charset="0"/>
            </a:endParaRPr>
          </a:p>
        </p:txBody>
      </p:sp>
      <p:pic>
        <p:nvPicPr>
          <p:cNvPr id="3074" name="Picture 2" descr="940+ Lost And Found Stock Photos, Pictures &amp; Royalty-Free Images - iStock">
            <a:extLst>
              <a:ext uri="{FF2B5EF4-FFF2-40B4-BE49-F238E27FC236}">
                <a16:creationId xmlns:a16="http://schemas.microsoft.com/office/drawing/2014/main" id="{619A4EFF-DFFA-FBB1-6F5C-1B250493F4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920" y="3140026"/>
            <a:ext cx="3103458" cy="3103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7594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69FA-8762-2806-F567-99DF228313C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EE660B0-5E37-9A0E-4C1E-F35B28015FDB}"/>
              </a:ext>
            </a:extLst>
          </p:cNvPr>
          <p:cNvSpPr txBox="1"/>
          <p:nvPr/>
        </p:nvSpPr>
        <p:spPr>
          <a:xfrm>
            <a:off x="838200" y="1840436"/>
            <a:ext cx="9665111" cy="4154984"/>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The Lost and Found Hub is an online platform designed to help individuals easily report, search, and recover lost items. In today’s fast-paced world, losing personal belongings is common, and retrieving them can often be a stressful and time-consuming process. This website serves as a centralized hub where users can post details about lost or found items, including descriptions, locations, and contact information, making it easier for people to reconnect with their belongings. By providing a user-friendly interface and efficient search functionality, the Lost and Found Hub aims to reduce the challenges associated with lost items, promote community assistance, and ensure that valuable or important possessions are returned to their rightful owners promptly.</a:t>
            </a:r>
          </a:p>
        </p:txBody>
      </p:sp>
    </p:spTree>
    <p:extLst>
      <p:ext uri="{BB962C8B-B14F-4D97-AF65-F5344CB8AC3E}">
        <p14:creationId xmlns:p14="http://schemas.microsoft.com/office/powerpoint/2010/main" val="1686224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8181-5AAE-B646-DA9E-2D22E9CA290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AA3CE869-9395-6691-CAF2-C23E0F4EB04A}"/>
              </a:ext>
            </a:extLst>
          </p:cNvPr>
          <p:cNvSpPr>
            <a:spLocks noGrp="1"/>
          </p:cNvSpPr>
          <p:nvPr>
            <p:ph idx="1"/>
          </p:nvPr>
        </p:nvSpPr>
        <p:spPr>
          <a:xfrm>
            <a:off x="838200" y="1825625"/>
            <a:ext cx="9928123" cy="4351338"/>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 many communities, people frequently lose personal belongings such as wallets, mobile phones, documents, ID cards, keys, and bags in public or shared spaces. Although some honest individuals find these items, there is no common, reliable, and organized platform to help connect the finder with the rightful owner. As a result, many lost items are never returned, leading to inconvenience, financial loss, and stress for individuals. Existing informal methods like social media posts or word-of-mouth are inefficient, unstructured, and limited in reach. Hence, there is a need for a community-based digital system that enables people to easily post, search, and recover lost and found items in a safe and effective manner.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3845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photo of a computer and a key&#10;&#10;AI-generated content may be incorrect.">
            <a:extLst>
              <a:ext uri="{FF2B5EF4-FFF2-40B4-BE49-F238E27FC236}">
                <a16:creationId xmlns:a16="http://schemas.microsoft.com/office/drawing/2014/main" id="{ACBD188A-C8F6-E271-0688-B8D95515DAB4}"/>
              </a:ext>
            </a:extLst>
          </p:cNvPr>
          <p:cNvPicPr>
            <a:picLocks noChangeAspect="1"/>
          </p:cNvPicPr>
          <p:nvPr/>
        </p:nvPicPr>
        <p:blipFill>
          <a:blip r:embed="rId2"/>
          <a:stretch>
            <a:fillRect/>
          </a:stretch>
        </p:blipFill>
        <p:spPr>
          <a:xfrm>
            <a:off x="1570580" y="1043449"/>
            <a:ext cx="8668542" cy="4771102"/>
          </a:xfrm>
          <a:prstGeom prst="rect">
            <a:avLst/>
          </a:prstGeom>
        </p:spPr>
      </p:pic>
    </p:spTree>
    <p:extLst>
      <p:ext uri="{BB962C8B-B14F-4D97-AF65-F5344CB8AC3E}">
        <p14:creationId xmlns:p14="http://schemas.microsoft.com/office/powerpoint/2010/main" val="810168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65C7AA-1205-7851-DD50-A53EEA0225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8296" y="814918"/>
            <a:ext cx="7955901" cy="5228164"/>
          </a:xfrm>
        </p:spPr>
      </p:pic>
    </p:spTree>
    <p:extLst>
      <p:ext uri="{BB962C8B-B14F-4D97-AF65-F5344CB8AC3E}">
        <p14:creationId xmlns:p14="http://schemas.microsoft.com/office/powerpoint/2010/main" val="3305655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7CABE03-A7AE-D728-5241-D1E69876A9C3}"/>
              </a:ext>
            </a:extLst>
          </p:cNvPr>
          <p:cNvPicPr>
            <a:picLocks noChangeAspect="1"/>
          </p:cNvPicPr>
          <p:nvPr/>
        </p:nvPicPr>
        <p:blipFill>
          <a:blip r:embed="rId2"/>
          <a:stretch>
            <a:fillRect/>
          </a:stretch>
        </p:blipFill>
        <p:spPr>
          <a:xfrm>
            <a:off x="2123768" y="659874"/>
            <a:ext cx="7371739" cy="5160823"/>
          </a:xfrm>
          <a:prstGeom prst="rect">
            <a:avLst/>
          </a:prstGeom>
        </p:spPr>
      </p:pic>
    </p:spTree>
    <p:extLst>
      <p:ext uri="{BB962C8B-B14F-4D97-AF65-F5344CB8AC3E}">
        <p14:creationId xmlns:p14="http://schemas.microsoft.com/office/powerpoint/2010/main" val="3480883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86173444-45B7-3460-80F5-4FB9B8101088}"/>
              </a:ext>
            </a:extLst>
          </p:cNvPr>
          <p:cNvPicPr>
            <a:picLocks noChangeAspect="1"/>
          </p:cNvPicPr>
          <p:nvPr/>
        </p:nvPicPr>
        <p:blipFill>
          <a:blip r:embed="rId2"/>
          <a:stretch>
            <a:fillRect/>
          </a:stretch>
        </p:blipFill>
        <p:spPr>
          <a:xfrm>
            <a:off x="2206990" y="872612"/>
            <a:ext cx="7231806" cy="5233220"/>
          </a:xfrm>
          <a:prstGeom prst="rect">
            <a:avLst/>
          </a:prstGeom>
        </p:spPr>
      </p:pic>
    </p:spTree>
    <p:extLst>
      <p:ext uri="{BB962C8B-B14F-4D97-AF65-F5344CB8AC3E}">
        <p14:creationId xmlns:p14="http://schemas.microsoft.com/office/powerpoint/2010/main" val="255231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C08F2-5640-B063-9D74-E694962C683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FUTURE OUTCOMES</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3E3A8D3-1EE0-88C1-3B9A-751D6DB3E141}"/>
              </a:ext>
            </a:extLst>
          </p:cNvPr>
          <p:cNvSpPr>
            <a:spLocks noGrp="1" noChangeArrowheads="1"/>
          </p:cNvSpPr>
          <p:nvPr>
            <p:ph idx="1"/>
          </p:nvPr>
        </p:nvSpPr>
        <p:spPr bwMode="auto">
          <a:xfrm>
            <a:off x="838200" y="2033325"/>
            <a:ext cx="903965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recovery of lost items in the community.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stress and time spent searching for belongings.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community trust and cooperation.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notifications for matching lost and found items.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Potential integration with local authorities for valuable items.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Adoption by schools, workplaces, and public spaces to minimize loss.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Creation of a culture of mutual responsibility and support.</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community engagement and safety.</a:t>
            </a:r>
          </a:p>
        </p:txBody>
      </p:sp>
    </p:spTree>
    <p:extLst>
      <p:ext uri="{BB962C8B-B14F-4D97-AF65-F5344CB8AC3E}">
        <p14:creationId xmlns:p14="http://schemas.microsoft.com/office/powerpoint/2010/main" val="1700341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F1C9949-4C6E-09C0-A9F6-7428AF743A63}"/>
              </a:ext>
            </a:extLst>
          </p:cNvPr>
          <p:cNvSpPr>
            <a:spLocks noGrp="1"/>
          </p:cNvSpPr>
          <p:nvPr>
            <p:ph idx="1"/>
          </p:nvPr>
        </p:nvSpPr>
        <p:spPr>
          <a:xfrm>
            <a:off x="838200" y="2359742"/>
            <a:ext cx="10515600" cy="1563329"/>
          </a:xfrm>
        </p:spPr>
        <p:txBody>
          <a:bodyPr>
            <a:normAutofit/>
          </a:bodyPr>
          <a:lstStyle/>
          <a:p>
            <a:pPr marL="0" indent="0" algn="ctr">
              <a:buNone/>
            </a:pPr>
            <a:r>
              <a:rPr lang="en-US" sz="9600" b="1" dirty="0">
                <a:latin typeface="Times New Roman" panose="02020603050405020304" pitchFamily="18" charset="0"/>
                <a:cs typeface="Times New Roman" panose="02020603050405020304" pitchFamily="18" charset="0"/>
              </a:rPr>
              <a:t>THANK YOU</a:t>
            </a:r>
            <a:endParaRPr lang="en-IN" sz="9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713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344</Words>
  <Application>Microsoft Office PowerPoint</Application>
  <PresentationFormat>Widescreen</PresentationFormat>
  <Paragraphs>15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Times New Roman</vt:lpstr>
      <vt:lpstr>Wingdings</vt:lpstr>
      <vt:lpstr>Office Theme</vt:lpstr>
      <vt:lpstr>LOST AND FOUND HUB</vt:lpstr>
      <vt:lpstr>INTRODUCTION</vt:lpstr>
      <vt:lpstr>PROBLEM STATEMENT</vt:lpstr>
      <vt:lpstr>PowerPoint Presentation</vt:lpstr>
      <vt:lpstr>PowerPoint Presentation</vt:lpstr>
      <vt:lpstr>PowerPoint Presentation</vt:lpstr>
      <vt:lpstr>PowerPoint Presentation</vt:lpstr>
      <vt:lpstr>FUTURE OUTCOMES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Rachana Mudhiraj</dc:creator>
  <cp:lastModifiedBy>Rachana Mudhiraj</cp:lastModifiedBy>
  <cp:revision>1</cp:revision>
  <dcterms:created xsi:type="dcterms:W3CDTF">2025-12-18T07:27:14Z</dcterms:created>
  <dcterms:modified xsi:type="dcterms:W3CDTF">2025-12-18T09:15:30Z</dcterms:modified>
</cp:coreProperties>
</file>